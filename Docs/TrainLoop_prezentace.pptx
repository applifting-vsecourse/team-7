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4158f83b-d457-c380-ba14-89921a8ea703}">
          <p14:sldIdLst>
            <p14:sldId id="256"/>
            <p14:sldId id="257"/>
          </p14:sldIdLst>
        </p14:section>
        <p14:section name="Lean Canvas" id="{42dde070-6149-d673-50ed-8c1bd64ac784}">
          <p14:sldIdLst>
            <p14:sldId id="258"/>
          </p14:sldIdLst>
        </p14:section>
        <p14:section name="Feature breakdown" id="{fcb245bc-88f0-8361-58da-0203f0449886}">
          <p14:sldIdLst>
            <p14:sldId id="259"/>
          </p14:sldIdLst>
        </p14:section>
        <p14:section name="Rozhovor" id="{fae15b04-544d-8bf1-cf2d-89b31624a8b6}">
          <p14:sldIdLst>
            <p14:sldId id="260"/>
            <p14:sldId id="261"/>
            <p14:sldId id="262"/>
            <p14:sldId id="263"/>
          </p14:sldIdLst>
        </p14:section>
        <p14:section name="Product Backlog" id="{f645c0ff-2684-3f17-df68-32d364c3ac5a}">
          <p14:sldIdLst>
            <p14:sldId id="264"/>
          </p14:sldIdLst>
        </p14:section>
        <p14:section name="Design" id="{6b88deac-68da-2e02-cf89-aada430156f1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1"/>
          <p:cNvSpPr/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Vložte obrázek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TrainLoop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Plánovač a tréninkový deník pro psa · Tým 7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Obsah</a:t>
            </a:r>
            <a:endParaRPr lang="en-US" sz="3200" dirty="0"/>
          </a:p>
        </p:txBody>
      </p:sp>
      <p:sp>
        <p:nvSpPr>
          <p:cNvPr id="3" name="Agenda 1"/>
          <p:cNvSpPr/>
          <p:nvPr/>
        </p:nvSpPr>
        <p:spPr>
          <a:xfrm>
            <a:off x="54864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Lean Canvas</a:t>
            </a:r>
            <a:endParaRPr lang="en-US" sz="1800" dirty="0"/>
          </a:p>
        </p:txBody>
      </p:sp>
      <p:sp>
        <p:nvSpPr>
          <p:cNvPr id="6" name="Agenda 2"/>
          <p:cNvSpPr/>
          <p:nvPr/>
        </p:nvSpPr>
        <p:spPr>
          <a:xfrm>
            <a:off x="332232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9664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59664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Feature breakdown</a:t>
            </a:r>
            <a:endParaRPr lang="en-US" sz="1800" dirty="0"/>
          </a:p>
        </p:txBody>
      </p:sp>
      <p:sp>
        <p:nvSpPr>
          <p:cNvPr id="9" name="Agenda 3"/>
          <p:cNvSpPr/>
          <p:nvPr/>
        </p:nvSpPr>
        <p:spPr>
          <a:xfrm>
            <a:off x="609600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703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37032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Rozhovor a zjištění</a:t>
            </a:r>
            <a:endParaRPr lang="en-US" sz="1800" dirty="0"/>
          </a:p>
        </p:txBody>
      </p:sp>
      <p:sp>
        <p:nvSpPr>
          <p:cNvPr id="12" name="Agenda 4"/>
          <p:cNvSpPr/>
          <p:nvPr/>
        </p:nvSpPr>
        <p:spPr>
          <a:xfrm>
            <a:off x="54864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Product Backlog</a:t>
            </a:r>
            <a:endParaRPr lang="en-US" sz="1800" dirty="0"/>
          </a:p>
        </p:txBody>
      </p:sp>
      <p:sp>
        <p:nvSpPr>
          <p:cNvPr id="15" name="Agenda 5"/>
          <p:cNvSpPr/>
          <p:nvPr/>
        </p:nvSpPr>
        <p:spPr>
          <a:xfrm>
            <a:off x="332232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9664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59664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Sitemapa a wireframy</a:t>
            </a:r>
            <a:endParaRPr lang="en-US" sz="1800" dirty="0"/>
          </a:p>
        </p:txBody>
      </p:sp>
      <p:sp>
        <p:nvSpPr>
          <p:cNvPr id="18" name="Agenda 6"/>
          <p:cNvSpPr/>
          <p:nvPr/>
        </p:nvSpPr>
        <p:spPr>
          <a:xfrm>
            <a:off x="609600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7032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7032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verze designu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Lean Canvas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Feature breakdown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Rozhovor s trenérkou</a:t>
            </a:r>
            <a:endParaRPr lang="en-US" sz="3200" dirty="0"/>
          </a:p>
        </p:txBody>
      </p:sp>
      <p:sp>
        <p:nvSpPr>
          <p:cNvPr id="3" name="Stat 1"/>
          <p:cNvSpPr/>
          <p:nvPr/>
        </p:nvSpPr>
        <p:spPr>
          <a:xfrm>
            <a:off x="54864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</p:sp>
      <p:sp>
        <p:nvSpPr>
          <p:cNvPr id="4" name="trenérka, cvičí i vlastní psy icon 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trenérka, cvičí i vlastní psy icon" descr="trenérka, cvičí i vlastní ps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4879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trenérka, cvičí i vlastní psy</a:t>
            </a:r>
            <a:endParaRPr lang="en-US" sz="1400" dirty="0"/>
          </a:p>
        </p:txBody>
      </p:sp>
      <p:sp>
        <p:nvSpPr>
          <p:cNvPr id="8" name="Stat 2"/>
          <p:cNvSpPr/>
          <p:nvPr/>
        </p:nvSpPr>
        <p:spPr>
          <a:xfrm>
            <a:off x="262890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</p:sp>
      <p:sp>
        <p:nvSpPr>
          <p:cNvPr id="9" name="polostrukturovaný rozhovor icon circle"/>
          <p:cNvSpPr/>
          <p:nvPr/>
        </p:nvSpPr>
        <p:spPr>
          <a:xfrm>
            <a:off x="290322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polostrukturovaný rozhovor icon" descr="polostrukturovaný rozhov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10" y="174879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30 min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polostrukturovaný rozhovor</a:t>
            </a:r>
            <a:endParaRPr lang="en-US" sz="1400" dirty="0"/>
          </a:p>
        </p:txBody>
      </p:sp>
      <p:sp>
        <p:nvSpPr>
          <p:cNvPr id="13" name="Stat 3"/>
          <p:cNvSpPr/>
          <p:nvPr/>
        </p:nvSpPr>
        <p:spPr>
          <a:xfrm>
            <a:off x="470916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</p:sp>
      <p:sp>
        <p:nvSpPr>
          <p:cNvPr id="14" name="výzkumných cílů icon circle"/>
          <p:cNvSpPr/>
          <p:nvPr/>
        </p:nvSpPr>
        <p:spPr>
          <a:xfrm>
            <a:off x="498348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výzkumných cílů icon" descr="výzkumných cílů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2070" y="174879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7</a:t>
            </a:r>
            <a:endParaRPr lang="en-US" sz="40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výzkumných cílů</a:t>
            </a:r>
            <a:endParaRPr lang="en-US" sz="1400" dirty="0"/>
          </a:p>
        </p:txBody>
      </p:sp>
      <p:sp>
        <p:nvSpPr>
          <p:cNvPr id="18" name="Stat 4"/>
          <p:cNvSpPr/>
          <p:nvPr/>
        </p:nvSpPr>
        <p:spPr>
          <a:xfrm>
            <a:off x="6789420" y="1280160"/>
            <a:ext cx="1805940" cy="292608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/>
        </p:spPr>
      </p:sp>
      <p:sp>
        <p:nvSpPr>
          <p:cNvPr id="19" name="hypotéz icon circle"/>
          <p:cNvSpPr/>
          <p:nvPr/>
        </p:nvSpPr>
        <p:spPr>
          <a:xfrm>
            <a:off x="7063740" y="160020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hypotéz icon" descr="hypotéz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330" y="174879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257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8</a:t>
            </a:r>
            <a:endParaRPr lang="en-US" sz="40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24612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hypotéz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Výzkumné cíle</a:t>
            </a:r>
            <a:endParaRPr lang="en-US" sz="3200" dirty="0"/>
          </a:p>
        </p:txBody>
      </p:sp>
      <p:graphicFrame>
        <p:nvGraphicFramePr>
          <p:cNvPr id="7" name="Goa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743200"/>
                <a:gridCol w="46634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Cíl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Zjištění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Komunikace trenér ↔ klient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WhatsApp, 4–6 zpráv denně, 40–50 klientů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C2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Podklady od klientů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Videa ke kontrole a dotazy k úkolům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C3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Plány a jejich úpravy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Konzultace → domácí úkoly, ~5 stejných oblastí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C4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Peníze a nástroje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Rezervační systém, WhatsApp, sešity – nic placeného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C5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Vlastní psi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~150 sešitů, podrobný volný text, bez škály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C6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 jako hotový celek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Nechce sdílet videa, tréninky se liší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C7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Cesty k trenérům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Noví klienti přes Instagram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Hypotézy</a:t>
            </a:r>
            <a:endParaRPr lang="en-US" sz="3200" dirty="0"/>
          </a:p>
        </p:txBody>
      </p:sp>
      <p:graphicFrame>
        <p:nvGraphicFramePr>
          <p:cNvPr id="8" name="Hypothes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48640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Hypotéza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Výsledek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H1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Komunikace s klienty probíhá u všech podobně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H2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klientům průběžně upravuje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H3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Orientace v podkladech ji stojí čas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E7872"/>
                          </a:solidFill>
                        </a:rPr>
                        <a:t>Nezjištěno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H4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Za nástroj šetřící čas by platila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H5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nebere jako produkt k prodeji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H6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Vlastní psy plánuje méně formálně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H7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Klienti chtějí zůstat u chatu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H8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Pokrok posuzuje z videa, ne z procent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Hlavní zjištění</a:t>
            </a:r>
            <a:endParaRPr lang="en-US" sz="3200" dirty="0"/>
          </a:p>
        </p:txBody>
      </p:sp>
      <p:sp>
        <p:nvSpPr>
          <p:cNvPr id="3" name="Finding 1"/>
          <p:cNvSpPr/>
          <p:nvPr/>
        </p:nvSpPr>
        <p:spPr>
          <a:xfrm>
            <a:off x="54864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4" name="Fotky nepotřebuje icon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Fotky nepotřebuje icon" descr="Fotky nepotřebuj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Fotky nepotřebuje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Stačí jí videa a zprávy</a:t>
            </a:r>
            <a:endParaRPr lang="en-US" sz="1400" dirty="0"/>
          </a:p>
        </p:txBody>
      </p:sp>
      <p:sp>
        <p:nvSpPr>
          <p:cNvPr id="8" name="Finding 2"/>
          <p:cNvSpPr/>
          <p:nvPr/>
        </p:nvSpPr>
        <p:spPr>
          <a:xfrm>
            <a:off x="470916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9" name="Procenta nezapisuje icon circle"/>
          <p:cNvSpPr/>
          <p:nvPr/>
        </p:nvSpPr>
        <p:spPr>
          <a:xfrm>
            <a:off x="498348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Procenta nezapisuje icon" descr="Procenta nezapisuj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783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Procenta nezapisuje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Pokrok popisuje slovy</a:t>
            </a:r>
            <a:endParaRPr lang="en-US" sz="1400" dirty="0"/>
          </a:p>
        </p:txBody>
      </p:sp>
      <p:sp>
        <p:nvSpPr>
          <p:cNvPr id="13" name="Finding 3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4" name="Žádné placené nástroje icon circle"/>
          <p:cNvSpPr/>
          <p:nvPr/>
        </p:nvSpPr>
        <p:spPr>
          <a:xfrm>
            <a:off x="82296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Žádné placené nástroje icon" descr="Žádné placené nástroj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520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Žádné placené nástroje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Vše řeší zdarma</a:t>
            </a:r>
            <a:endParaRPr lang="en-US" sz="1400" dirty="0"/>
          </a:p>
        </p:txBody>
      </p:sp>
      <p:sp>
        <p:nvSpPr>
          <p:cNvPr id="18" name="Finding 4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</p:sp>
      <p:sp>
        <p:nvSpPr>
          <p:cNvPr id="19" name="Klienti chodí přes Instagram icon circle"/>
          <p:cNvSpPr/>
          <p:nvPr/>
        </p:nvSpPr>
        <p:spPr>
          <a:xfrm>
            <a:off x="498348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Klienti chodí přes Instagram icon" descr="Klienti chodí přes 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520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Klienti chodí přes Instagram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Hlavní kanál pro nové klienty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Backlog v1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Sitemapa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Wireframy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První verze designu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inLoop">
  <a:themeElements>
    <a:clrScheme name="TrainLoop">
      <a:dk1>
        <a:srgbClr val="1F2A24"/>
      </a:dk1>
      <a:lt1>
        <a:srgbClr val="FFFFFF"/>
      </a:lt1>
      <a:dk2>
        <a:srgbClr val="2F6B4F"/>
      </a:dk2>
      <a:lt2>
        <a:srgbClr val="EEF3EF"/>
      </a:lt2>
      <a:accent1>
        <a:srgbClr val="2F6B4F"/>
      </a:accent1>
      <a:accent2>
        <a:srgbClr val="B07522"/>
      </a:accent2>
      <a:accent3>
        <a:srgbClr val="B5483B"/>
      </a:accent3>
      <a:accent4>
        <a:srgbClr val="6E7872"/>
      </a:accent4>
      <a:accent5>
        <a:srgbClr val="97BC62"/>
      </a:accent5>
      <a:accent6>
        <a:srgbClr val="50808E"/>
      </a:accent6>
      <a:hlink>
        <a:srgbClr val="2F6B4F"/>
      </a:hlink>
      <a:folHlink>
        <a:srgbClr val="50808E"/>
      </a:folHlink>
    </a:clrScheme>
    <a:fontScheme name="TrainLo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TrainLoop</dc:title>
  <dc:subject>PptxGenJS Presentation</dc:subject>
  <dc:creator>PptxGenJS</dc:creator>
  <cp:lastModifiedBy>PptxGenJS</cp:lastModifiedBy>
  <cp:revision>1</cp:revision>
  <dcterms:created xsi:type="dcterms:W3CDTF">2026-10-11T08:26:48Z</dcterms:created>
  <dcterms:modified xsi:type="dcterms:W3CDTF">2026-10-11T08:26:48Z</dcterms:modified>
</cp:coreProperties>
</file>